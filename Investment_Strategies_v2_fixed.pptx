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91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C6D4-B8D5-97F8-6A9C-00A01507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99F62-D45A-FEAE-DA47-7BC519AC1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6CF12-94C7-9865-FD7A-3202BDD1B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A71E2-59E0-A9FC-8279-48115508A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22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920240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Strategies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Measures &amp; a Novel Exponential-Fit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Nehoray Sade &amp; Aviv Asraf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Dvir Roos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 — Sami Shamoon College of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tool that computes, visualizes, and compares risk-adjusted performance metrics for any stock — and introduces a new exponential-fit metric that measures the consistency of compounding returns.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Classical Ratios Covered: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822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61872" y="2834640"/>
            <a:ext cx="8229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1872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57984" y="2834640"/>
            <a:ext cx="82296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57984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Treynor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54096" y="2834640"/>
            <a:ext cx="82296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54096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50208" y="2834640"/>
            <a:ext cx="82296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50208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4754880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364992"/>
            <a:ext cx="4754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Approach — Exponential-Fit Metric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8587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fitting a log-linear regression to historical price data, we measure how consistently an asset compounds returns over time. High R² = stable compounding. This complements classical ratios by capturing structural stability, not just volatility.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4960" y="8686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Technology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1353312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0" y="1426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yfinance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1755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historical data from Yahoo Finance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2258568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23317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+ numpy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2660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ratio computation on price Series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3163824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3566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dual-axis charts (price + ratio)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4069080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77840" y="4142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4714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— sidebar controls &amp; metrics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874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Risk / Return Ratio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88036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stock or ETF ticker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time period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or all 5 risk-adjusted ratios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1480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023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stocks side by side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52628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434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inputs shown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risk-return-ratio.streamlit.app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Stock Analysis</a:t>
            </a:r>
            <a:endParaRPr lang="en-US" sz="2200" dirty="0"/>
          </a:p>
        </p:txBody>
      </p:sp>
      <p:pic>
        <p:nvPicPr>
          <p:cNvPr id="4" name="Image 0" descr="/sessions/elegant-adoring-newton/mnt/outputs/app_si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9436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6520" y="804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See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26187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46520" y="126187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01968" y="13167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line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01968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blue line tracks the stock's historical price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46520" y="199339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46520" y="199339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01968" y="20482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ratio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01968" y="2313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orange = rolling Sharpe (60-day window)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46520" y="272491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46520" y="272491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01968" y="2779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01968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return, volatility &amp; full-period ratio at a glance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46520" y="345643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46520" y="345643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01968" y="35112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panel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01968" y="37764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variables shown for full transparency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AAPL — 1Y — Rolling Sharpe (window=60d)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Stocks — All Ratios</a:t>
            </a:r>
            <a:endParaRPr lang="en-US" sz="2200" dirty="0"/>
          </a:p>
        </p:txBody>
      </p:sp>
      <p:pic>
        <p:nvPicPr>
          <p:cNvPr id="4" name="Image 0" descr="/sessions/elegant-adoring-newton/mnt/outputs/app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453542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ratios plotted simultaneously — enabling direct comparison of Sharpe, Sortino, Treynor, Information &amp; Calmar across any two assets over any time period.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9260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" y="13533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interactive dashboard for risk-adjusted performance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48256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" y="19568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classical ratios implemented: Sharpe, Sortino, Treynor, Information, Calmar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2560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and full-period calculation modes with customizable parameters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55264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" y="31638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stock comparison with all ratios simultaneously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011680" cy="2194560"/>
          </a:xfrm>
          <a:prstGeom prst="rect">
            <a:avLst/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207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risk-return-ratio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2514600"/>
            <a:ext cx="1645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2514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7365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Nehoray Sade &amp; Aviv Asraf  |  Advisor: Dr. Dvir Roos  |  SCE, 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4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5B825-EF77-D1CE-99E1-348140F1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F125DD-5BB2-B829-F249-3B7E90B7A2DC}"/>
              </a:ext>
            </a:extLst>
          </p:cNvPr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EEB3C6-5301-8A08-295A-9E1135D59A8C}"/>
              </a:ext>
            </a:extLst>
          </p:cNvPr>
          <p:cNvSpPr/>
          <p:nvPr/>
        </p:nvSpPr>
        <p:spPr>
          <a:xfrm>
            <a:off x="2119108" y="2114550"/>
            <a:ext cx="4905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What’s next?</a:t>
            </a:r>
            <a:endParaRPr lang="en-US" sz="5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1F32E26-C380-493D-86DF-2C8F6AE5C3C1}"/>
              </a:ext>
            </a:extLst>
          </p:cNvPr>
          <p:cNvSpPr/>
          <p:nvPr/>
        </p:nvSpPr>
        <p:spPr>
          <a:xfrm>
            <a:off x="365760" y="4709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risk-return-ratio.streamlit.app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6943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378</Words>
  <Application>Microsoft Office PowerPoint</Application>
  <PresentationFormat>On-screen Show (16:9)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Investment Strategies</dc:title>
  <dc:subject>PptxGenJS Presentation</dc:subject>
  <dc:creator>PptxGenJS</dc:creator>
  <cp:lastModifiedBy>Nehoray Sade</cp:lastModifiedBy>
  <cp:revision>3</cp:revision>
  <dcterms:created xsi:type="dcterms:W3CDTF">2026-04-16T16:48:13Z</dcterms:created>
  <dcterms:modified xsi:type="dcterms:W3CDTF">2026-04-18T20:11:59Z</dcterms:modified>
</cp:coreProperties>
</file>