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280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Risk-Return Ratio 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tool for risk-adjusted performance metrics + a backtest validator with exponential-regression scoring.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Dvir Roos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 — Sami Shamoon College of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Goal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alone don't tell the whole story. Two assets with identical returns can carry vastly different risks. Investors need risk-adjusted measures.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834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classical ratios from daily Yahoo Finance data — Sharpe, Sortino, Treynor, Information, Calmar.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931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charts — rolling vs full-period, side-by-side comparisons, ratio overlays.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63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4663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5029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scoring formulas on historical train/test windows; build long-short portfolios from the scores.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UI — sidebar controls, multi-page app, live reload.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7160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yfinance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API. auto_adjust=True, 5-min cache via @st.cache_data.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+ numpy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Daily-return math, polyfit for log-linear regression, pct_change.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9476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interactive charts; price + ratio overlay.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7947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79476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Remotion (TS / React)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2628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mp4 render of 6 backtest scenarios.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7947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3794760"/>
            <a:ext cx="3657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 exposed to Claude — fetch_factors, backtest, build_portfolio, compare_formulas.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3035808" y="1920240"/>
            <a:ext cx="164592" cy="182880"/>
          </a:xfrm>
          <a:prstGeom prst="righ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5544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fetch_data()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(cached 5 min)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5733288" y="1920240"/>
            <a:ext cx="164592" cy="182880"/>
          </a:xfrm>
          <a:prstGeom prst="righ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5544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(Sharpe…Calmar)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8430768" y="1920240"/>
            <a:ext cx="164592" cy="182880"/>
          </a:xfrm>
          <a:prstGeom prst="righ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15544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stats panel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Validator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List + Train/Test Split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compute_factors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(diff, r, b, sharpe)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∏ factors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 / DOWN / FLAT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4108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P&amp;L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Accuracy 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generate_video_data.py runs 6 scenarios → public/data.json → Remotion renders out/backtest.mp4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mcp_server.py exposes 4 backtest tools to Claude via MCP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UI Walkthrough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4937760"/>
          </a:xfrm>
          <a:prstGeom prst="roundRect">
            <a:avLst>
              <a:gd name="adj" fmla="val 2381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Ticker(s) + Compare toggle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Period: 1M / 3M / 6M / 1Y / 2Y / 5Y / Max / Custom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Ratio multi-select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Mode: Rolling vs Full Period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Rolling window slider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Exp. Regression overlay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Score formula (diff·r·b·sharpe)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Benchmark ticker (β / Information)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Axis scaling controls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canvas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91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 tracks historical adjusted Close price.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060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overlay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line on secondary axis — selected ratio(s).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5204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 panel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return, volatility, full-period ratio.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443484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4348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table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7548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formula variables shown for transparency.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534924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53492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mode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5669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tickers, all 5 ratios plotted simultaneously.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Risk-Adjusted Ratios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164592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σp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√252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per unit of total volatility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σdownside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√252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per unit of downside risk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Treynor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per unit of systematic (market)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Rb) / σ(Rp − Rb)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√252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return vs. benchmark per tracking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(Rp,ann − Rf) / |Dmax|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√252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excess return per max drawdown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computed from daily returns. Rf,daily = Rf,annual / 252 (TRADING_DAYS_PER_YEAR).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&amp; Sortino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" cy="4846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(mean(r) − rf) / std(r) × √252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widely used risk-adjusted metric.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Numerator: mean daily excess return.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Denominator: standard deviation of daily returns (total volatility, both up &amp; down).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×√252 annualizes from daily. Scale-free — comparable across assets.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Weakness: penalizes upside volatility equally with downside.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280160"/>
            <a:ext cx="109728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46520" y="196596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(mean(r) − rf) / std(r⁻) × √252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Refines Sharpe by isolating downside risk.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σdownside uses only negative excess returns.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 that swings up sharply but never down → high Sortino, lower Sharpe.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for asymmetric strategies (options, momentum).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case: zero downside returns → undefined (handled as NaN in code).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Treynor &amp; Information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" cy="4846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Treynor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(mean(r) − rf) / β × 252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Replaces volatility with β (sensitivity to benchmark).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 estimated from cov(r, rb) / var(rb).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Rewards efficient use of systematic risk.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×252 (not √252) because β is unitless, not a std-dev.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a benchmark ticker (default ^GSPC).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280160"/>
            <a:ext cx="109728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46520" y="196596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(mean(rp − rb)) / std(rp − rb) × √252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return vs. benchmark, scaled by tracking error.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Numerator: average outperformance.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Denominator: std-dev of the active-return series.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Rewards consistency of beating the benchmark, not just magnitude.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in fund manager evaluation.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Calmar Ratio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Calmar = (Rp,annualized − Rf) / |MaxDrawdown|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different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Denominator is the worst peak-to-trough loss observed in the window — a path-dependent statistic, not a moment.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Already on an annualized scale (numerator uses annualized return), so no √252 multiplier is applied.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Behaves intuitively for tail-risk investors: a strategy that loses 30% once is penalized regardless of low volatility elsewhere.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lookback length — a longer window typically deepens the max drawdown and lowers Calmar.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code: drawdown computed from cumulative-return series, max applied to (peak − current) / peak.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vs. Full-Period Modes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40680" cy="64008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Window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Computes ratio over a sliding window (e.g., 60 days).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Reveals how risk-adjusted performance evolves through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(window − 1) points are NaN by construction.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User-tunable window slider in the sidebar.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regime changes, time-series visualization.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5440680" cy="640080"/>
          </a:xfrm>
          <a:prstGeom prst="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80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Period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ratio value across the entire selected timeframe.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statistical confidence — more observations.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383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NaN startup; works on short windows.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023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Plotted as a horizontal reference line.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6634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headline metric, cross-asset comparison.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exponential-fit overlay shows e^(b·t) trend line — slope b is also re-used as a backtest factor.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 Validator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our scoring formula actually predict price direction?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window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12 months)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011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3 months)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factors 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measure actual return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Score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931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selected factors → single Score per asset. Sign decides UP / DOWN; NaN → FLAT.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Predict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800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predicted direction to the actual sign of price change in the test window.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Measure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669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correct decisive predictions / total decisive predictions × 100%.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 Factors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training window only (no look-ahead).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1600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− Actual at end of train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ExpReg(t_end) − Price(t_end). Fits ln(P) = a + b·t, then exp. Positive diff → price below trend → mean-reversion long signal.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600200"/>
            <a:ext cx="544068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1600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corr(t, ln(P_train)). Bounded |r| ≤ 1. High |r| → trend is a clean exponential; low |r| → noise dominates.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54406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4023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log-growth slope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from np.polyfit(t, ln(P), 1). b &gt; 0 ⇒ compounding upward; b &lt; 0 ⇒ decaying. Drives directional sign of the score.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023360"/>
            <a:ext cx="5440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83880" y="4023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Sharpe on train returns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Sharpe as the dashboard, but evaluated only on the training-window returns. Quality filter for risky assets.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∏ (selected factors) — sign → UP / DOWN; any NaN → FLAT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Construction &amp; Accuracy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(per formula)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756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assets with |r| &lt; r_threshold or |Score| &lt; score_threshold.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9900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Score: top N → LONG basket, bottom N → SHORT basket.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04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= Scoreᵢ / Σ |Scoresⱼ| within each basket.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8188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$alloc × actual_return; Short: $alloc × (−actual_return).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5212080" cy="4937760"/>
          </a:xfrm>
          <a:prstGeom prst="roundRect">
            <a:avLst>
              <a:gd name="adj" fmla="val 1852"/>
            </a:avLst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 Accuracy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196596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965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 (# correct predictions)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(# decisive predictions)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3520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= Score ≠ FLAT. FLAT predictions are excluded from the denominator.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2062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formulas.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factor combinations (use_diff, use_r, use_b, use_sharpe) and rank by accuracy or portfolio P&amp;L. The UI shows a side-by-side comparison table.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Remotion Video + MCP Server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40680" cy="548640"/>
          </a:xfrm>
          <a:prstGeom prst="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 Remotion video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generate_video_data.py runs 6 predefined scenarios.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Combinations of 12mo/6mo train × 12mo/3mo/1mo test, long-only / short-only / long+short.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remotion/public/data.json with per-scenario long &amp; short baskets, P&amp;L, and returns.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Remotion (TypeScript / React 19) renders the JSON into out/backtest.mp4 via npm run build.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89-ticker equity-only ETF universe.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5440680" cy="54864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801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🔌  MCP server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 exposes the backtest engine to Claude via the Model Context Protocol.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78892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788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fetch_factors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diff / r / b / sharpe for a ticker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566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train/test backtest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34340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343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build_portfolio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3434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long-short basket from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512064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120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compare_formulas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5120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factor combinations by 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Ratio Project · SCE 2026 · Nehoray Sade &amp; Aviv Asraf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Future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risk-return-ratio.streamlit.app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Shipped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risk-adjusted ratios with rolling + full-period modes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Two-stock side-by-side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Exponential-regression overlay &amp; growth slope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Backtest validator with 4 tunable factors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Long-short portfolio construction &amp; P&amp;L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Remotion auto-rendered scenario video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349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MCP integration for AI-driven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Future Work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transaction costs &amp; slippage to backtest P&amp;L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Walk-forward / cross-validation across many splits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Multi-factor regression scoring (vs. product)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977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Alternative data sources (Polygon, Tiingo)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434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Significance tests for accuracy ≥ 50% baseline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Auto-tune (r, score) thresholds via grid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5349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 reports as PDF for academic 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·  Nehoray Sade &amp; Aviv Asraf  ·  Advisor: Dr. Dvir Roos  ·  SCE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Risk-Return Ratio Project</dc:title>
  <dc:subject>PptxGenJS Presentation</dc:subject>
  <dc:creator>Nehoray Sade &amp; Aviv Asraf</dc:creator>
  <cp:lastModifiedBy>Nehoray Sade &amp; Aviv Asraf</cp:lastModifiedBy>
  <cp:revision>1</cp:revision>
  <dcterms:created xsi:type="dcterms:W3CDTF">2026-05-06T11:49:27Z</dcterms:created>
  <dcterms:modified xsi:type="dcterms:W3CDTF">2026-05-06T11:49:27Z</dcterms:modified>
</cp:coreProperties>
</file>