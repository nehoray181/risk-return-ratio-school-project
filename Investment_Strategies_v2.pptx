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rgbClr val="162E56"/>
          </a:solidFill>
          <a:ln w="12700">
            <a:solidFill>
              <a:srgbClr val="162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920240"/>
            <a:ext cx="36576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0292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Strategies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" y="205740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Performance Measures &amp; a Novel Exponential-Fit Approach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288036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Nehoray Sade &amp; Aviv Asraf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Dr. Dvir Roos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 — Sami Shamoon College of Engineering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0" y="19202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BS-CS-26-141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at a Glance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tool that computes, visualizes, and compares risk-adjusted performance metrics for any stock — and introduces a new exponential-fit metric that measures the consistency of compounding returns.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 Classical Ratios Covered: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822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8346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261872" y="2834640"/>
            <a:ext cx="8229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28346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57984" y="2834640"/>
            <a:ext cx="82296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57984" y="28346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Treynor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54096" y="2834640"/>
            <a:ext cx="82296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54096" y="28346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50208" y="2834640"/>
            <a:ext cx="82296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0208" y="28346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Calmar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364992"/>
            <a:ext cx="4754880" cy="1508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64992"/>
            <a:ext cx="4754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747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 Approach — Exponential-Fit Metric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85876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fitting a log-linear regression to historical price data, we measure how consistently an asset compounds returns over time. High R² = stable compounding. This complements classical ratios by capturing structural stability, not just volatility.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94960" y="86868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Technology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94960" y="1353312"/>
            <a:ext cx="352044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14264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Yahoo Finance API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17556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&amp; historical price data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94960" y="2258568"/>
            <a:ext cx="352044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3317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/ Pandas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77840" y="26609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&amp; ratio computation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94960" y="3163824"/>
            <a:ext cx="352044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32369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Log-Linear Regression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77840" y="35661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Exponential-fit stability metric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94960" y="4069080"/>
            <a:ext cx="352044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41422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App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77840" y="44714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4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18745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Risk / Return Ratio Dashboard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260604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880360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7889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stock or ETF ticker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291840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2004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time period &amp; rolling window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703320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118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or all 5 risk-adjusted ratios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114800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233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stocks side by side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526280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4348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calculation inputs shown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7091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risk-return-ratio.streamlit.app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Stock Analysis</a:t>
            </a:r>
            <a:endParaRPr lang="en-US" sz="2200" dirty="0"/>
          </a:p>
        </p:txBody>
      </p:sp>
      <p:pic>
        <p:nvPicPr>
          <p:cNvPr id="4" name="Image 0" descr="/sessions/elegant-adoring-newton/mnt/outputs/app_si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04672"/>
            <a:ext cx="594360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46520" y="8046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See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46520" y="1261872"/>
            <a:ext cx="246888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46520" y="1261872"/>
            <a:ext cx="914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01968" y="131673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line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601968" y="15819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blue line tracks the stock's historical price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46520" y="1993392"/>
            <a:ext cx="246888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993392"/>
            <a:ext cx="914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01968" y="204825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ratio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601968" y="2313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Dotted orange = rolling Sharpe (60-day window)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46520" y="2724912"/>
            <a:ext cx="246888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46520" y="2724912"/>
            <a:ext cx="914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01968" y="277977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stats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601968" y="3044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return, volatility &amp; full-period ratio at a glance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46520" y="3456432"/>
            <a:ext cx="246888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46520" y="3456432"/>
            <a:ext cx="914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01968" y="35112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panel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601968" y="37764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variables shown for full transparency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74320" y="4434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AAPL — 1Y — Rolling Sharpe (window=60d)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Two Stocks — All Ratios</a:t>
            </a:r>
            <a:endParaRPr lang="en-US" sz="2200" dirty="0"/>
          </a:p>
        </p:txBody>
      </p:sp>
      <p:pic>
        <p:nvPicPr>
          <p:cNvPr id="4" name="Image 0" descr="/sessions/elegant-adoring-newton/mnt/outputs/app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04672"/>
            <a:ext cx="8595360" cy="3611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498848"/>
            <a:ext cx="859536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453542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ratios plotted simultaneously — enabling direct comparison of Sharpe, Sortino, Treynor, Information &amp; Calmar across any two assets over any time period.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4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rgbClr val="162E56"/>
          </a:solidFill>
          <a:ln w="12700">
            <a:solidFill>
              <a:srgbClr val="162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170432"/>
            <a:ext cx="29260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114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Next Steps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219456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35331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 interactive dashboard for risk-adjusted performance analysis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048256"/>
            <a:ext cx="219456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95681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classical ratios implemented: Sharpe, Sortino, Treynor, Information, Calmar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651760"/>
            <a:ext cx="219456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5603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and full-period calculation modes with customizable parameters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255264"/>
            <a:ext cx="219456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316382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stock comparison with all ratios simultaneously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858768"/>
            <a:ext cx="219456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37673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empirical validation of the novel exponential-fit metric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1097280"/>
            <a:ext cx="2011680" cy="2194560"/>
          </a:xfrm>
          <a:prstGeom prst="rect">
            <a:avLst/>
          </a:prstGeom>
          <a:solidFill>
            <a:srgbClr val="1B3A6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2070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the App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03720" y="1691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risk-return-ratio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.streamlit.app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86600" y="2514600"/>
            <a:ext cx="1645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2514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473659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Nehoray Sade &amp; Aviv Asraf  |  Advisor: Dr. Dvir Roos  |  SCE,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Investment Strategies</dc:title>
  <dc:subject>PptxGenJS Presentation</dc:subject>
  <dc:creator>PptxGenJS</dc:creator>
  <cp:lastModifiedBy>PptxGenJS</cp:lastModifiedBy>
  <cp:revision>1</cp:revision>
  <dcterms:created xsi:type="dcterms:W3CDTF">2026-04-16T16:45:17Z</dcterms:created>
  <dcterms:modified xsi:type="dcterms:W3CDTF">2026-04-16T16:45:17Z</dcterms:modified>
</cp:coreProperties>
</file>